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HealthConnect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simple booking and medical report parsing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Domain: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 &amp; Digital Medical Records
</a:t>
            </a:r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Core Stack: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React, Node.js, Express, PostgreSQL, Python Flask, Cloudinary CDN
</a:t>
            </a:r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Main Impact: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Speeds up booking and automatically triages patients based on report scans.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Problems We Are Solving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traditional appointment systems are difficult to build and run: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2316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 Booking Slots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users click the same appointment slot simultaneously. Without proper locks on the database level, both get booked, leading to schedule conflicts.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2316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45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Server Slowdown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text from files (OCR) takes a lot of CPU power. Running this directly on the main Node server freezes it and delays requests for all other users.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42316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6459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Out of Disk Space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80760" y="21031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Storing large medical reports and images directly on the application servers fills up disk storage quickly and slows down server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Requirements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System Does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Patients: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reports, search specialists, book slots, and pay.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Doctors: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slot availability, approve bookings, write prescriptions.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Pharmacy: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order notifications, fulfill medicines, view wallet earnings.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System Behaves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Double-Booking: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Locks the slot instantly while payment is processing.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Availability: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Heavy text extraction runs on a separate backend container.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Transaction Safety: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Holds patient payment in escrow. Payout occurs only on prescription.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 Selection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Choice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Justification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 UI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Builds highly interactive layouts easily. Renders data fast for responsive user dashboards.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Server API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 &amp; Express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Handles many concurrent users at once because of its fast, non-blocking asynchronous event handler.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(Neon)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Relational database with strict rules (ACID) to store clinic balances and slots safely.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 Scan Service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 Flask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Separate OCR service so the main server stays fast and does not block public requests.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Cloud CDN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Cloudinary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Stores user medical files in the cloud, saving local container disk space and removing storage limits.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920240" cy="16459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(Client Web UI)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108960" y="1554480"/>
            <a:ext cx="2743200" cy="16459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6459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&amp; Express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(Main API Gateway)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2103120" cy="9144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63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Neon Postgres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(Cloud Database)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560320"/>
            <a:ext cx="2103120" cy="914400"/>
          </a:xfrm>
          <a:prstGeom prst="roundRect">
            <a:avLst/>
          </a:prstGeom>
          <a:solidFill>
            <a:srgbClr val="FDF2F8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6517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Flask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(OCR Service)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Request Pipeline: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client uploads a report -&gt; Node forwards it to Python Flask OCR -&gt; Flask returns triage department.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Decoupled Isolation: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 OCR is isolated. Even if OCR gets heavy traffic, patients can still browse slots without lag.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Data Flow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3000" y="13716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Upload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uploads clinical prescription/file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691640"/>
            <a:ext cx="274320" cy="9144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3716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scan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parses text and extracts tags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1691640"/>
            <a:ext cx="274320" cy="9144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51960" y="13716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Specialty filter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auto-filters the doctors board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20640" y="1691640"/>
            <a:ext cx="274320" cy="9144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806440" y="13716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8064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Lease lock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Slot is locked in DB for 10 minutes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1691640"/>
            <a:ext cx="274320" cy="9144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60920" y="13716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4944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Payout release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 unlocks doctor balance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Matrix Modules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4231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63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Scan medical reports</a:t>
            </a:r>
            <a:endParaRPr lang="en-US" sz="1100" dirty="0"/>
          </a:p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Search &amp; filter doctors</a:t>
            </a:r>
            <a:endParaRPr lang="en-US" sz="1100" dirty="0"/>
          </a:p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Book slots with locking</a:t>
            </a:r>
            <a:endParaRPr lang="en-US" sz="1100" dirty="0"/>
          </a:p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Order medicines</a:t>
            </a:r>
            <a:endParaRPr lang="en-US" sz="1100" dirty="0"/>
          </a:p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Doctor Chat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280160"/>
            <a:ext cx="24231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463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 Portal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Add/Delete open slots</a:t>
            </a:r>
            <a:endParaRPr lang="en-US" sz="1100" dirty="0"/>
          </a:p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Review booking cards</a:t>
            </a:r>
            <a:endParaRPr lang="en-US" sz="1100" dirty="0"/>
          </a:p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Accept or reject requests</a:t>
            </a:r>
            <a:endParaRPr lang="en-US" sz="1100" dirty="0"/>
          </a:p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Prescribe medicines</a:t>
            </a:r>
            <a:endParaRPr lang="en-US" sz="1100" dirty="0"/>
          </a:p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Check earnings wallet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24231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463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Merchant / Admin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19202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Fulfill patient drug orders</a:t>
            </a:r>
            <a:endParaRPr lang="en-US" sz="1100" dirty="0"/>
          </a:p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 inventory listings</a:t>
            </a:r>
            <a:endParaRPr lang="en-US" sz="1100" dirty="0"/>
          </a:p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Audit balances &amp; commission</a:t>
            </a:r>
            <a:endParaRPr lang="en-US" sz="1100" dirty="0"/>
          </a:p>
          <a:p>
            <a:pPr indent="0" marL="0">
              <a:lnSpc>
                <a:spcPts val="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Approve newly registered practitioners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Table Schemas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database schema enforcing reference integrity across system tables: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288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(Patients)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Columns: id, fullName, username, password, email, mobile, gender, age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97480" y="1371600"/>
            <a:ext cx="18288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88920" y="192024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Columns: id, fullName, username, password, email, specialization, slots (JSON), balance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8288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Columns: id, fullName, username, storeName, inventory (JSON), balance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29400" y="1371600"/>
            <a:ext cx="18288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192024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Columns: id, patientUsername, doctorUsername, specialization, slot, symptoms, paymentStatus, escrowStatus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Low-Level Directory Layout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 Module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51760" y="1188720"/>
            <a:ext cx="5760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publicRoutes.js, appointmentRoutes.js   |   Sets API endpoints and connects route paths to controllers while managing authorization.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18288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965960"/>
            <a:ext cx="5760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057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authController.js, appointmentController.js   |   Verifies user request parameters and formats success/error JSON payloads.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18288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2743200"/>
            <a:ext cx="5760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userService.js, otpService.js, emailService.js   |   Performs system business validation, hashes keys, and manages OTP sessions.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18288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3520440"/>
            <a:ext cx="57607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3611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doctorRepository.js, appointmentRepository.js   |   Writes clean SQL transactions. Keeps database logic isolated for easy testing.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Challenges Faced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 Challenge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It Happened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I Solved It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Lowercase Key Bug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changes column names returned in queries to all-lowercase, breaking camelCase keys in React.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 a central mapping interceptor in dbHelpers.js to normalize returning rows back to camelCase before sending them.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Monolithic Latency / Slow Node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 scanning (OCR) takes high CPU processing. Inline execution frozen main server API threads.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Decoupled the text extractor into a separate Python Flask microservice, keeping Node.js completely responsive.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Blocked CORS Domain Access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Deploying clients on Vercel and gateways on Railway caused browser security blocks.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Applied dynamic Express CORS middleware configurations to authorize custom client headers.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Redis Cache-Aside Pattern: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Add an in-memory Redis cache for doctors list and schedules. Reduces database query loads by up to 80%.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Asynchronous Task Queues: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Move OCR uploads to background queues (like BullMQ) using Redis, letting users book slots immediately.
</a:t>
            </a:r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Container Containment: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Package services inside Docker containers for reliable scaling and seamless cloud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Showcase end-to-end interactions with these simple guest login steps: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One-Click Login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'One-Click Login as Demo Patient' at /user/login. OTP bypass code 123456 will pre-fill.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76809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Upload &amp; Triage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to the dashboard, upload a medical report, and check the automatic specialty filter.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Confirm Booking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063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a slot. The database lock applies, showing 'Held' payment state.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76809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Release Payout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3840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as doctor via dr_smith. Accept appointment and prescribe medicine to trigger doctor payout.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2026-07-18T08:33:00Z</dcterms:created>
  <dcterms:modified xsi:type="dcterms:W3CDTF">2026-07-18T08:33:00Z</dcterms:modified>
</cp:coreProperties>
</file>