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HealthConnect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Distributed Clinical Gateway &amp; Smart Triage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Patient Routing &amp; Concurrency-Safe Clinic Resource Scheduling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Hybrid database abstraction pattern supporting transactional serverless Postgres.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High-concurrency schedule isolation via pessimistic database lease locking.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CPU-bound document OCR processing isolated into an independent service node.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Healthcare Engineering Void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causes of architectural failure in traditional healthcare booking networks: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42316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373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Slot Concurrency Overlaps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Naive database updates cause double-bookings. Under high-throughput conditions, race conditions violate scheduling constraints.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554480"/>
            <a:ext cx="242316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7373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Monolithic Blocking Spikes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219456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Executing Tesseract OCR inline inside the main API thread freezes the Node.js event-loop, causing severe gateway latency spikes.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554480"/>
            <a:ext cx="242316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7373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Disk Storage Exhaustion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80760" y="219456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PDF and image uploads stored directly on ephemeral container nodes degrade container lifespan and trigger cluster crashes.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Technical Resolution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25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Decoupled Processing Workers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Heavy file uploads and image processing are delegated to isolated microservice nodes, protecting the API gateway.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768096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Pessimistic DB Lease-Locks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robust 10-minute transaction lock is placed in Postgres for slots, preventing simultaneous bookings while verifying payments.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768096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611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Cryptographic Payout Escrow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balances are secured in escrow and only released to the doctor's wallet ledger upon upload of a valid prescription file.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Technological Rationale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3200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 Layer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Selection Choice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Engineering Rationale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Frontend SPA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React.js (Vercel)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Component-driven structure, stateless frontend route handling, optimized bundle serving via Vercel Edge networks.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API Gateway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Node.js / Express (Railway)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Asynchronous, non-blocking I/O event loops ideal for high-concurrency request routing and validation.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Relational DB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PostgreSQL (Neon Cloud)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ACID-compliant serverless database for strict financial data transactions and concurrent locking safety.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Worker Node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Python Flask (Railway)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Lightweight container suited for CPU-heavy tasks like Tesseract OCR parsing and dictionary lookup.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Stateless Storage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Cloudinary CDN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Offloads medical images/PDFs from the server containers, eliminating local disk write degradation.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High-Level Infrastructure Topology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2011680" cy="18288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373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Web App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(Vercel SPA)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0" y="1645920"/>
            <a:ext cx="2743200" cy="18288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173736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Express Gateway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(Railway API)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0" y="1371600"/>
            <a:ext cx="2011680" cy="100584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4630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Neon Postgres 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(ACID Store)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2651760"/>
            <a:ext cx="2011680" cy="1005840"/>
          </a:xfrm>
          <a:prstGeom prst="roundRect">
            <a:avLst/>
          </a:prstGeom>
          <a:solidFill>
            <a:srgbClr val="FDF2F8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OCR Worker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(Tesseract Node)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API Gateway: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Secures inputs via JWT, validates formats, and proxies CPU tasks.
</a:t>
            </a:r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Decoupled Isolation: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Python OCR worker experiences heavy load, the API gateway remains active.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 Request Lifecycle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3000" y="137160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uploads medical report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1691640"/>
            <a:ext cx="274320" cy="9144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2697480" y="137160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2194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246888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Tesseract extracts medical text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66160" y="1691640"/>
            <a:ext cx="274320" cy="9144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4251960" y="137160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40480" y="2194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246888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Keywords map to clinical specialties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120640" y="1691640"/>
            <a:ext cx="274320" cy="9144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5806440" y="137160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80644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94960" y="2194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94960" y="246888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Slots lock in database for 10 mins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75120" y="1691640"/>
            <a:ext cx="274320" cy="9144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60920" y="137160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736092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49440" y="2194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9440" y="246888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Doctor's prescription triggers payout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 Directory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Repository Pattern separating route controllers, business logic, and database operations: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82880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Routes Layer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51760" y="1463040"/>
            <a:ext cx="5760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1554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publicRoutes.js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appointmentRoutes.js  |  Maps URL endpoints to controller methods, applying security/cors middlewares.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182880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2240280"/>
            <a:ext cx="5760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331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authController.js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appointmentController.js  |  Extracts request payloads, verifies inputs, and sends structured JSON API responses.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182880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 Layer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51760" y="3017520"/>
            <a:ext cx="5760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3108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userService.js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emailService.js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otpService.js  |  Handles core business validation (e.g. hashing passwords, generating JWTs, in-memory OTP).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794760"/>
            <a:ext cx="182880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51760" y="3794760"/>
            <a:ext cx="5760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3886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doctorRepository.js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appointmentRepository.js  |  Contains all database queries. Separating SQL makes the app testable and database-agnostic.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 &amp; Security Blueprint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Cryptographic Salting: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All database passwords are salted and hashed using Bcryptjs to shield records from lookup table attacks.
</a:t>
            </a:r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Dual-Step OTP Flow: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Patient login triggers an in-memory verification key sent to email (with a master 123456 bypass code for testing).
</a:t>
            </a:r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Secure JWT Claims: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Stateless JSON Web Tokens store userId and userRole configurations, validated at the API route boundary.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 Database Schema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 highly structured tables establishing clean reference integrity across domains: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82880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1645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Fields: id, fullName, username, password, email, mobile, gender, age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97480" y="1463040"/>
            <a:ext cx="182880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doctors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88920" y="2011680"/>
            <a:ext cx="1645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Fields: id, fullName, username, password, email, specialization, slots (JSON), balance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182880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011680"/>
            <a:ext cx="1645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Fields: id, fullName, username, storeName, inventory (JSON), balance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29400" y="1463040"/>
            <a:ext cx="182880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appointments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20840" y="2011680"/>
            <a:ext cx="1645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Fields: id, patientUsername, doctorUsername, specialization, slot, symptoms, paymentStatus, escrowStatus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Challenges &amp; Solutions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3200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Engineering Challenge Faced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Underlying Technical Cause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Implemented Architectural Resolution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PostgreSQL Lowercase Key Folding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PostgreSQL automatically downcases columns returned in queries, breaking camelCase properties in React.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Built a central mapping interceptor in the dbHelpers.js layer to dynamically normalize returned row keys to camelCase.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Event-Loop Blocking OCR Tasks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Synchronous OCR processing inline in Node blocked the single event loop thread, spiking server latency.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Decoupled the CPU-bound OCR logic into a dedicated Python Flask microservice node, preserving Gateway throughput.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Cross-Origin CORS Access Blocks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Serving frontend via Vercel, gateway on Railway, and CDN on Cloudinary caused CORS request rejections.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Implemented dynamic CORS options inside the Express application configurations to securely authorize client headers.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Testing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walk-through utilizing built-in guest login shortcuts: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00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Guest Access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600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'One-Click Login as Demo Patient' at /user/login. OTP code 123456 will pre-fill dynamically.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768096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77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Document Vetting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2377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to the dashboard, upload a clinical file, and check how the OCR worker filters specialists.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768096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Booking &amp; Escrow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31546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a slot. The database lock triggers, showing a 'Held' status on the admin panel.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768096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931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Escrow Release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39319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in as Dr. Smith via doctor portal. Accept appointment and write a prescription to trigger ledger payout.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Roadmap &amp; Engineering 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Redis Cache-Aside Pattern: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Integrating Redis to cache public doctor directories and slots would reduce database query loads by up to 80%.
</a:t>
            </a:r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Message Broker Integration: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Replacing direct API calls for OCR with a Redis-backed BullMQ message queue to handle uploads asynchronously.
</a:t>
            </a:r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Core Learning - Service Decoupling: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Isolating heavy operations keeps HTTP gateways responsive. Centralizing fixes makes systems maintainable.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2026-07-18T08:19:48Z</dcterms:created>
  <dcterms:modified xsi:type="dcterms:W3CDTF">2026-07-18T08:19:48Z</dcterms:modified>
</cp:coreProperties>
</file>